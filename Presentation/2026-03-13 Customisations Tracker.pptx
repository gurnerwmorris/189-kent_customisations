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1"/>
  </p:notesMasterIdLst>
  <p:handoutMasterIdLst>
    <p:handoutMasterId r:id="rId12"/>
  </p:handoutMasterIdLst>
  <p:sldIdLst>
    <p:sldId id="6137" r:id="rId5"/>
    <p:sldId id="6174" r:id="rId6"/>
    <p:sldId id="6176" r:id="rId7"/>
    <p:sldId id="6177" r:id="rId8"/>
    <p:sldId id="6178" r:id="rId9"/>
    <p:sldId id="6175" r:id="rId10"/>
  </p:sldIdLst>
  <p:sldSz cx="15119350" cy="1069181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473E7DA-E698-4877-8E39-2DCABA7025DA}">
          <p14:sldIdLst>
            <p14:sldId id="6137"/>
            <p14:sldId id="6174"/>
            <p14:sldId id="6176"/>
            <p14:sldId id="6177"/>
            <p14:sldId id="6178"/>
            <p14:sldId id="61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52" userDrawn="1">
          <p15:clr>
            <a:srgbClr val="A4A3A4"/>
          </p15:clr>
        </p15:guide>
        <p15:guide id="2" pos="476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4C4A09-0ADB-D68F-773D-9C7CD09CAFD3}" name="Anthony Neos" initials="AN" userId="S::aneos@gurner.com.au::2e8d1fb5-83ad-4c0d-889e-7eb9c06e3721" providerId="AD"/>
  <p188:author id="{9D67346A-0F29-D27D-A8E3-524A1B0C9F76}" name="Henry Zheng" initials="HZ" userId="S::henry@gurner.com.au::cd361b2d-ddb2-4b35-9eca-27ce59351689" providerId="AD"/>
  <p188:author id="{DD4F8F99-B5CC-DACC-E2A1-BACCEC03C7DC}" name="Damon Wan" initials="DW" userId="S::damon@gurner.com.au::55123ee5-1c11-4fa5-9e61-910a7d26a8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F0000"/>
    <a:srgbClr val="948A54"/>
    <a:srgbClr val="DDD9C3"/>
    <a:srgbClr val="C4BD97"/>
    <a:srgbClr val="997300"/>
    <a:srgbClr val="E8E8E8"/>
    <a:srgbClr val="E0E0E0"/>
    <a:srgbClr val="F2F2F2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B69C2-5E74-44FF-A697-188862147F25}" v="1" dt="2026-03-13T00:34:05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708" y="60"/>
      </p:cViewPr>
      <p:guideLst>
        <p:guide orient="horz" pos="2052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Morris" userId="67294289-1fa6-419b-83b4-fae57eb69b3e" providerId="ADAL" clId="{911A9D54-959E-4C59-8E6A-5D1AF465F1BF}"/>
    <pc:docChg chg="custSel addSld delSld modSld modSection">
      <pc:chgData name="William Morris" userId="67294289-1fa6-419b-83b4-fae57eb69b3e" providerId="ADAL" clId="{911A9D54-959E-4C59-8E6A-5D1AF465F1BF}" dt="2026-03-13T01:08:36.038" v="223" actId="14100"/>
      <pc:docMkLst>
        <pc:docMk/>
      </pc:docMkLst>
      <pc:sldChg chg="modSp mod">
        <pc:chgData name="William Morris" userId="67294289-1fa6-419b-83b4-fae57eb69b3e" providerId="ADAL" clId="{911A9D54-959E-4C59-8E6A-5D1AF465F1BF}" dt="2026-03-13T00:31:44.164" v="122" actId="20577"/>
        <pc:sldMkLst>
          <pc:docMk/>
          <pc:sldMk cId="443717652" sldId="6137"/>
        </pc:sldMkLst>
        <pc:spChg chg="mod">
          <ac:chgData name="William Morris" userId="67294289-1fa6-419b-83b4-fae57eb69b3e" providerId="ADAL" clId="{911A9D54-959E-4C59-8E6A-5D1AF465F1BF}" dt="2026-03-13T00:31:44.164" v="122" actId="20577"/>
          <ac:spMkLst>
            <pc:docMk/>
            <pc:sldMk cId="443717652" sldId="6137"/>
            <ac:spMk id="2" creationId="{5B3D05ED-4F12-7067-B2FD-B5DC666F7C1D}"/>
          </ac:spMkLst>
        </pc:spChg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341568915" sldId="6163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1307009134" sldId="6164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2443413859" sldId="6165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2761889041" sldId="6166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1806302451" sldId="6167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975111371" sldId="6168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135855811" sldId="6171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2044007216" sldId="6172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2201564571" sldId="6173"/>
        </pc:sldMkLst>
      </pc:sldChg>
      <pc:sldChg chg="addSp delSp modSp mod">
        <pc:chgData name="William Morris" userId="67294289-1fa6-419b-83b4-fae57eb69b3e" providerId="ADAL" clId="{911A9D54-959E-4C59-8E6A-5D1AF465F1BF}" dt="2026-03-13T01:06:24.872" v="217" actId="22"/>
        <pc:sldMkLst>
          <pc:docMk/>
          <pc:sldMk cId="1363052197" sldId="6174"/>
        </pc:sldMkLst>
        <pc:spChg chg="mod">
          <ac:chgData name="William Morris" userId="67294289-1fa6-419b-83b4-fae57eb69b3e" providerId="ADAL" clId="{911A9D54-959E-4C59-8E6A-5D1AF465F1BF}" dt="2026-03-13T00:29:36.567" v="36" actId="20577"/>
          <ac:spMkLst>
            <pc:docMk/>
            <pc:sldMk cId="1363052197" sldId="6174"/>
            <ac:spMk id="2" creationId="{B870EBCD-9C90-CBE8-C728-2CBE261D6EB0}"/>
          </ac:spMkLst>
        </pc:spChg>
        <pc:spChg chg="del">
          <ac:chgData name="William Morris" userId="67294289-1fa6-419b-83b4-fae57eb69b3e" providerId="ADAL" clId="{911A9D54-959E-4C59-8E6A-5D1AF465F1BF}" dt="2026-03-13T00:29:32.935" v="24" actId="478"/>
          <ac:spMkLst>
            <pc:docMk/>
            <pc:sldMk cId="1363052197" sldId="6174"/>
            <ac:spMk id="10" creationId="{7AB87807-978F-E31E-8BF5-3A92245240D5}"/>
          </ac:spMkLst>
        </pc:spChg>
        <pc:spChg chg="del">
          <ac:chgData name="William Morris" userId="67294289-1fa6-419b-83b4-fae57eb69b3e" providerId="ADAL" clId="{911A9D54-959E-4C59-8E6A-5D1AF465F1BF}" dt="2026-03-13T00:29:32.935" v="24" actId="478"/>
          <ac:spMkLst>
            <pc:docMk/>
            <pc:sldMk cId="1363052197" sldId="6174"/>
            <ac:spMk id="12" creationId="{01CB621F-DA61-6FBD-1D5D-5B14FFE37CDA}"/>
          </ac:spMkLst>
        </pc:spChg>
        <pc:picChg chg="add">
          <ac:chgData name="William Morris" userId="67294289-1fa6-419b-83b4-fae57eb69b3e" providerId="ADAL" clId="{911A9D54-959E-4C59-8E6A-5D1AF465F1BF}" dt="2026-03-13T01:06:24.872" v="217" actId="22"/>
          <ac:picMkLst>
            <pc:docMk/>
            <pc:sldMk cId="1363052197" sldId="6174"/>
            <ac:picMk id="4" creationId="{180ABE4A-0B86-3DD4-B49C-E45A26696744}"/>
          </ac:picMkLst>
        </pc:picChg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956164822" sldId="6175"/>
        </pc:sldMkLst>
      </pc:sldChg>
      <pc:sldChg chg="delSp modSp add mod">
        <pc:chgData name="William Morris" userId="67294289-1fa6-419b-83b4-fae57eb69b3e" providerId="ADAL" clId="{911A9D54-959E-4C59-8E6A-5D1AF465F1BF}" dt="2026-03-13T00:34:05.525" v="216"/>
        <pc:sldMkLst>
          <pc:docMk/>
          <pc:sldMk cId="2427499333" sldId="6175"/>
        </pc:sldMkLst>
        <pc:spChg chg="mod">
          <ac:chgData name="William Morris" userId="67294289-1fa6-419b-83b4-fae57eb69b3e" providerId="ADAL" clId="{911A9D54-959E-4C59-8E6A-5D1AF465F1BF}" dt="2026-03-13T00:32:39.170" v="212" actId="20577"/>
          <ac:spMkLst>
            <pc:docMk/>
            <pc:sldMk cId="2427499333" sldId="6175"/>
            <ac:spMk id="2" creationId="{30528636-DA25-8B91-DDA8-547CED96D935}"/>
          </ac:spMkLst>
        </pc:spChg>
        <pc:spChg chg="del">
          <ac:chgData name="William Morris" userId="67294289-1fa6-419b-83b4-fae57eb69b3e" providerId="ADAL" clId="{911A9D54-959E-4C59-8E6A-5D1AF465F1BF}" dt="2026-03-13T00:31:51.108" v="123" actId="478"/>
          <ac:spMkLst>
            <pc:docMk/>
            <pc:sldMk cId="2427499333" sldId="6175"/>
            <ac:spMk id="10" creationId="{3190C5A4-7A55-2CE5-3423-33A847FB75D4}"/>
          </ac:spMkLst>
        </pc:spChg>
        <pc:spChg chg="mod">
          <ac:chgData name="William Morris" userId="67294289-1fa6-419b-83b4-fae57eb69b3e" providerId="ADAL" clId="{911A9D54-959E-4C59-8E6A-5D1AF465F1BF}" dt="2026-03-13T00:34:05.525" v="216"/>
          <ac:spMkLst>
            <pc:docMk/>
            <pc:sldMk cId="2427499333" sldId="6175"/>
            <ac:spMk id="12" creationId="{B066BED1-30A4-606A-66D7-D617908D73BC}"/>
          </ac:spMkLst>
        </pc:spChg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870648338" sldId="6176"/>
        </pc:sldMkLst>
      </pc:sldChg>
      <pc:sldChg chg="addSp modSp add mod">
        <pc:chgData name="William Morris" userId="67294289-1fa6-419b-83b4-fae57eb69b3e" providerId="ADAL" clId="{911A9D54-959E-4C59-8E6A-5D1AF465F1BF}" dt="2026-03-13T01:08:36.038" v="223" actId="14100"/>
        <pc:sldMkLst>
          <pc:docMk/>
          <pc:sldMk cId="911272264" sldId="6176"/>
        </pc:sldMkLst>
        <pc:spChg chg="mod">
          <ac:chgData name="William Morris" userId="67294289-1fa6-419b-83b4-fae57eb69b3e" providerId="ADAL" clId="{911A9D54-959E-4C59-8E6A-5D1AF465F1BF}" dt="2026-03-13T00:29:57.027" v="68" actId="20577"/>
          <ac:spMkLst>
            <pc:docMk/>
            <pc:sldMk cId="911272264" sldId="6176"/>
            <ac:spMk id="2" creationId="{15C8DECD-57F2-5658-B2D3-ABDAFEED8E88}"/>
          </ac:spMkLst>
        </pc:spChg>
        <pc:picChg chg="add mod">
          <ac:chgData name="William Morris" userId="67294289-1fa6-419b-83b4-fae57eb69b3e" providerId="ADAL" clId="{911A9D54-959E-4C59-8E6A-5D1AF465F1BF}" dt="2026-03-13T01:08:36.038" v="223" actId="14100"/>
          <ac:picMkLst>
            <pc:docMk/>
            <pc:sldMk cId="911272264" sldId="6176"/>
            <ac:picMk id="4" creationId="{262B787A-5E1F-B849-EF00-6408FCEC53F2}"/>
          </ac:picMkLst>
        </pc:picChg>
      </pc:sldChg>
      <pc:sldChg chg="addSp modSp add mod">
        <pc:chgData name="William Morris" userId="67294289-1fa6-419b-83b4-fae57eb69b3e" providerId="ADAL" clId="{911A9D54-959E-4C59-8E6A-5D1AF465F1BF}" dt="2026-03-13T01:07:57.904" v="219" actId="22"/>
        <pc:sldMkLst>
          <pc:docMk/>
          <pc:sldMk cId="583194213" sldId="6177"/>
        </pc:sldMkLst>
        <pc:spChg chg="mod">
          <ac:chgData name="William Morris" userId="67294289-1fa6-419b-83b4-fae57eb69b3e" providerId="ADAL" clId="{911A9D54-959E-4C59-8E6A-5D1AF465F1BF}" dt="2026-03-13T00:30:08.331" v="83" actId="20577"/>
          <ac:spMkLst>
            <pc:docMk/>
            <pc:sldMk cId="583194213" sldId="6177"/>
            <ac:spMk id="2" creationId="{4671DB18-92C5-52B8-49FF-54C6B483CA0A}"/>
          </ac:spMkLst>
        </pc:spChg>
        <pc:picChg chg="add">
          <ac:chgData name="William Morris" userId="67294289-1fa6-419b-83b4-fae57eb69b3e" providerId="ADAL" clId="{911A9D54-959E-4C59-8E6A-5D1AF465F1BF}" dt="2026-03-13T01:07:57.904" v="219" actId="22"/>
          <ac:picMkLst>
            <pc:docMk/>
            <pc:sldMk cId="583194213" sldId="6177"/>
            <ac:picMk id="4" creationId="{0A8F1C3E-7040-EB04-2A83-36A6C0739700}"/>
          </ac:picMkLst>
        </pc:picChg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970234829" sldId="6177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189922483" sldId="6178"/>
        </pc:sldMkLst>
      </pc:sldChg>
      <pc:sldChg chg="addSp modSp add mod">
        <pc:chgData name="William Morris" userId="67294289-1fa6-419b-83b4-fae57eb69b3e" providerId="ADAL" clId="{911A9D54-959E-4C59-8E6A-5D1AF465F1BF}" dt="2026-03-13T01:08:19.079" v="220" actId="22"/>
        <pc:sldMkLst>
          <pc:docMk/>
          <pc:sldMk cId="798321498" sldId="6178"/>
        </pc:sldMkLst>
        <pc:spChg chg="mod">
          <ac:chgData name="William Morris" userId="67294289-1fa6-419b-83b4-fae57eb69b3e" providerId="ADAL" clId="{911A9D54-959E-4C59-8E6A-5D1AF465F1BF}" dt="2026-03-13T00:30:30.149" v="115" actId="20577"/>
          <ac:spMkLst>
            <pc:docMk/>
            <pc:sldMk cId="798321498" sldId="6178"/>
            <ac:spMk id="2" creationId="{45E2AB98-9AD9-22DD-741F-C63EC9F20875}"/>
          </ac:spMkLst>
        </pc:spChg>
        <pc:picChg chg="add">
          <ac:chgData name="William Morris" userId="67294289-1fa6-419b-83b4-fae57eb69b3e" providerId="ADAL" clId="{911A9D54-959E-4C59-8E6A-5D1AF465F1BF}" dt="2026-03-13T01:08:19.079" v="220" actId="22"/>
          <ac:picMkLst>
            <pc:docMk/>
            <pc:sldMk cId="798321498" sldId="6178"/>
            <ac:picMk id="4" creationId="{738D216F-AD64-222A-2EEB-0B92E3411389}"/>
          </ac:picMkLst>
        </pc:picChg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1273354777" sldId="6179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3096622620" sldId="6180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2888663479" sldId="6181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2634358329" sldId="6182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4194275191" sldId="6183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1276317512" sldId="6184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2312235887" sldId="6186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589460154" sldId="6187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3189800612" sldId="6188"/>
        </pc:sldMkLst>
      </pc:sldChg>
      <pc:sldChg chg="del">
        <pc:chgData name="William Morris" userId="67294289-1fa6-419b-83b4-fae57eb69b3e" providerId="ADAL" clId="{911A9D54-959E-4C59-8E6A-5D1AF465F1BF}" dt="2026-03-13T00:27:55.523" v="0" actId="2696"/>
        <pc:sldMkLst>
          <pc:docMk/>
          <pc:sldMk cId="1630981070" sldId="618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9DA0A6-5402-4328-8D77-ED6E66AB21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3"/>
            <a:ext cx="2919565" cy="494981"/>
          </a:xfrm>
          <a:prstGeom prst="rect">
            <a:avLst/>
          </a:prstGeom>
        </p:spPr>
        <p:txBody>
          <a:bodyPr vert="horz" lIns="92558" tIns="46279" rIns="92558" bIns="4627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A5381-DC32-44B0-9107-FCD82F05CE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629" y="3"/>
            <a:ext cx="2919565" cy="494981"/>
          </a:xfrm>
          <a:prstGeom prst="rect">
            <a:avLst/>
          </a:prstGeom>
        </p:spPr>
        <p:txBody>
          <a:bodyPr vert="horz" lIns="92558" tIns="46279" rIns="92558" bIns="46279" rtlCol="0"/>
          <a:lstStyle>
            <a:lvl1pPr algn="r">
              <a:defRPr sz="1200"/>
            </a:lvl1pPr>
          </a:lstStyle>
          <a:p>
            <a:fld id="{DFFE0A97-6320-4EAA-919B-9DD4653A9EF8}" type="datetimeFigureOut">
              <a:rPr lang="en-AU" smtClean="0"/>
              <a:t>11/03/2026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9B91D1-ECB4-49D7-A72E-B39EC9FFA4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371334"/>
            <a:ext cx="2919565" cy="494981"/>
          </a:xfrm>
          <a:prstGeom prst="rect">
            <a:avLst/>
          </a:prstGeom>
        </p:spPr>
        <p:txBody>
          <a:bodyPr vert="horz" lIns="92558" tIns="46279" rIns="92558" bIns="4627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7C2499-2276-4DDE-83B5-B8B183430A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629" y="9371334"/>
            <a:ext cx="2919565" cy="494981"/>
          </a:xfrm>
          <a:prstGeom prst="rect">
            <a:avLst/>
          </a:prstGeom>
        </p:spPr>
        <p:txBody>
          <a:bodyPr vert="horz" lIns="92558" tIns="46279" rIns="92558" bIns="46279" rtlCol="0" anchor="b"/>
          <a:lstStyle>
            <a:lvl1pPr algn="r">
              <a:defRPr sz="1200"/>
            </a:lvl1pPr>
          </a:lstStyle>
          <a:p>
            <a:fld id="{75A4E98A-980E-4657-B118-727239D123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86940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18829" cy="495029"/>
          </a:xfrm>
          <a:prstGeom prst="rect">
            <a:avLst/>
          </a:prstGeom>
        </p:spPr>
        <p:txBody>
          <a:bodyPr vert="horz" lIns="92558" tIns="46279" rIns="92558" bIns="462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8" y="2"/>
            <a:ext cx="2918829" cy="495029"/>
          </a:xfrm>
          <a:prstGeom prst="rect">
            <a:avLst/>
          </a:prstGeom>
        </p:spPr>
        <p:txBody>
          <a:bodyPr vert="horz" lIns="92558" tIns="46279" rIns="92558" bIns="46279" rtlCol="0"/>
          <a:lstStyle>
            <a:lvl1pPr algn="r">
              <a:defRPr sz="1200"/>
            </a:lvl1pPr>
          </a:lstStyle>
          <a:p>
            <a:fld id="{9C9F8854-CFD4-654A-B8F3-E9AF4F3EC9F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14413" y="1231900"/>
            <a:ext cx="470693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58" tIns="46279" rIns="92558" bIns="462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5"/>
            <a:ext cx="5388610" cy="3884860"/>
          </a:xfrm>
          <a:prstGeom prst="rect">
            <a:avLst/>
          </a:prstGeom>
        </p:spPr>
        <p:txBody>
          <a:bodyPr vert="horz" lIns="92558" tIns="46279" rIns="92558" bIns="46279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371290"/>
            <a:ext cx="2918829" cy="495028"/>
          </a:xfrm>
          <a:prstGeom prst="rect">
            <a:avLst/>
          </a:prstGeom>
        </p:spPr>
        <p:txBody>
          <a:bodyPr vert="horz" lIns="92558" tIns="46279" rIns="92558" bIns="462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8" y="9371290"/>
            <a:ext cx="2918829" cy="495028"/>
          </a:xfrm>
          <a:prstGeom prst="rect">
            <a:avLst/>
          </a:prstGeom>
        </p:spPr>
        <p:txBody>
          <a:bodyPr vert="horz" lIns="92558" tIns="46279" rIns="92558" bIns="46279" rtlCol="0" anchor="b"/>
          <a:lstStyle>
            <a:lvl1pPr algn="r">
              <a:defRPr sz="1200"/>
            </a:lvl1pPr>
          </a:lstStyle>
          <a:p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425036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62D48-4C2D-9A96-65AD-6D2DDD063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6235E-67AB-DCC1-D54B-01D75AB34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2BB8F-DE14-BB08-4E37-4EE1181CE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9E386-9A00-6BE9-B5B8-3A4790B6B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14828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C6E97-80FC-94D5-C498-08A3C4188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05ADF-0276-F0A9-12D9-82F40C35F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C5059-0D2C-0344-9990-AE7DDDA5C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2DE30-6E58-D212-CAA8-2E7F74CB9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90736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8086E-9EE4-AB15-E482-4EB32E200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93174-8461-E376-28F4-7CE382F08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2CC30-1789-086F-7131-30DA92247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26B91-2C0B-AAB2-D53F-9AC85DC73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90761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3C73F-C06A-649F-1F82-53545EF95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94C71-767B-2F7D-65BB-81BA78B33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FE92B-EC44-6ECE-40CA-BF4C318B7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C3316-C477-F47A-A1F7-A94642913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477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07ABA-A18E-8E30-B0D7-AE2A9B76B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C21C4-C663-6492-5053-A1C6FC6D5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82938-BB45-0A70-E784-D3CD440C7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C8803-D7AB-42AE-6C30-0E5B8F608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83104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0397F7-3B3F-4EF4-A8B1-D78C2D1B8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68569-290A-4212-A38C-184738DB0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ACAB7C-11A9-4CA1-AB2E-3E8E4D863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33283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47D4B-D9BD-AB4A-91D8-31B98F4B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6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/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47D4B-D9BD-AB4A-91D8-31B98F4B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36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47D4B-D9BD-AB4A-91D8-31B98F4B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41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47D4B-D9BD-AB4A-91D8-31B98F4B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1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47D4B-D9BD-AB4A-91D8-31B98F4B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77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47D4B-D9BD-AB4A-91D8-31B98F4B8DB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1E7E9-34A7-38D1-E4AF-D3353E8BCA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5222" t="9253" r="55929" b="80769"/>
          <a:stretch/>
        </p:blipFill>
        <p:spPr>
          <a:xfrm>
            <a:off x="12528413" y="473483"/>
            <a:ext cx="2213262" cy="668591"/>
          </a:xfrm>
          <a:prstGeom prst="rect">
            <a:avLst/>
          </a:prstGeom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9F26CC21-CAD5-151B-DE91-EE72D74134F3}"/>
              </a:ext>
            </a:extLst>
          </p:cNvPr>
          <p:cNvSpPr/>
          <p:nvPr userDrawn="1"/>
        </p:nvSpPr>
        <p:spPr>
          <a:xfrm>
            <a:off x="-3514" y="0"/>
            <a:ext cx="15122864" cy="76211"/>
          </a:xfrm>
          <a:custGeom>
            <a:avLst/>
            <a:gdLst/>
            <a:ahLst/>
            <a:cxnLst/>
            <a:rect l="l" t="t" r="r" b="b"/>
            <a:pathLst>
              <a:path w="15120619" h="76200">
                <a:moveTo>
                  <a:pt x="15119997" y="0"/>
                </a:moveTo>
                <a:lnTo>
                  <a:pt x="0" y="0"/>
                </a:lnTo>
                <a:lnTo>
                  <a:pt x="0" y="75603"/>
                </a:lnTo>
                <a:lnTo>
                  <a:pt x="15119997" y="75603"/>
                </a:lnTo>
                <a:lnTo>
                  <a:pt x="15119997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9F0F7651-4615-C944-CB2E-1702809DCE75}"/>
              </a:ext>
            </a:extLst>
          </p:cNvPr>
          <p:cNvSpPr/>
          <p:nvPr userDrawn="1"/>
        </p:nvSpPr>
        <p:spPr>
          <a:xfrm flipV="1">
            <a:off x="377675" y="1119892"/>
            <a:ext cx="14364000" cy="45719"/>
          </a:xfrm>
          <a:custGeom>
            <a:avLst/>
            <a:gdLst/>
            <a:ahLst/>
            <a:cxnLst/>
            <a:rect l="l" t="t" r="r" b="b"/>
            <a:pathLst>
              <a:path w="15120619">
                <a:moveTo>
                  <a:pt x="0" y="0"/>
                </a:moveTo>
                <a:lnTo>
                  <a:pt x="15119997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34E5C511-B6B3-DF86-DAB7-49BCCEA13539}"/>
              </a:ext>
            </a:extLst>
          </p:cNvPr>
          <p:cNvSpPr/>
          <p:nvPr userDrawn="1"/>
        </p:nvSpPr>
        <p:spPr>
          <a:xfrm flipV="1">
            <a:off x="377675" y="9840473"/>
            <a:ext cx="14364000" cy="45719"/>
          </a:xfrm>
          <a:custGeom>
            <a:avLst/>
            <a:gdLst/>
            <a:ahLst/>
            <a:cxnLst/>
            <a:rect l="l" t="t" r="r" b="b"/>
            <a:pathLst>
              <a:path w="15120619">
                <a:moveTo>
                  <a:pt x="0" y="0"/>
                </a:moveTo>
                <a:lnTo>
                  <a:pt x="15119997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5772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7" userDrawn="1">
          <p15:clr>
            <a:srgbClr val="FBAE40"/>
          </p15:clr>
        </p15:guide>
        <p15:guide id="2" pos="4762" userDrawn="1">
          <p15:clr>
            <a:srgbClr val="FBAE40"/>
          </p15:clr>
        </p15:guide>
        <p15:guide id="3" pos="226" userDrawn="1">
          <p15:clr>
            <a:srgbClr val="FBAE40"/>
          </p15:clr>
        </p15:guide>
        <p15:guide id="4" pos="9298" userDrawn="1">
          <p15:clr>
            <a:srgbClr val="FBAE40"/>
          </p15:clr>
        </p15:guide>
        <p15:guide id="5" pos="2494" userDrawn="1">
          <p15:clr>
            <a:srgbClr val="FBAE40"/>
          </p15:clr>
        </p15:guide>
        <p15:guide id="6" pos="7030" userDrawn="1">
          <p15:clr>
            <a:srgbClr val="FBAE40"/>
          </p15:clr>
        </p15:guide>
        <p15:guide id="7" orient="horz" pos="123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47D4B-D9BD-AB4A-91D8-31B98F4B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25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47D4B-D9BD-AB4A-91D8-31B98F4B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15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47D4B-D9BD-AB4A-91D8-31B98F4B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80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47D4B-D9BD-AB4A-91D8-31B98F4B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72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B4A1D3-C980-27DC-5021-74A9C5F9FAD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170"/>
            <a:ext cx="15108119" cy="1058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744894" y="9244928"/>
            <a:ext cx="13623166" cy="496534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511893">
              <a:lnSpc>
                <a:spcPct val="100000"/>
              </a:lnSpc>
              <a:spcBef>
                <a:spcPts val="0"/>
              </a:spcBef>
              <a:buSzTx/>
              <a:buNone/>
              <a:defRPr sz="2232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748090" y="2007242"/>
            <a:ext cx="13623167" cy="3623337"/>
          </a:xfrm>
          <a:prstGeom prst="rect">
            <a:avLst/>
          </a:prstGeom>
        </p:spPr>
        <p:txBody>
          <a:bodyPr anchor="b"/>
          <a:lstStyle>
            <a:lvl1pPr>
              <a:defRPr sz="7193" spc="-144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44895" y="5630577"/>
            <a:ext cx="13623165" cy="1484975"/>
          </a:xfrm>
          <a:prstGeom prst="rect">
            <a:avLst/>
          </a:prstGeom>
        </p:spPr>
        <p:txBody>
          <a:bodyPr/>
          <a:lstStyle>
            <a:lvl1pPr marL="0" indent="0" defTabSz="511893">
              <a:lnSpc>
                <a:spcPct val="100000"/>
              </a:lnSpc>
              <a:spcBef>
                <a:spcPts val="0"/>
              </a:spcBef>
              <a:buSzTx/>
              <a:buNone/>
              <a:defRPr sz="3411" b="1"/>
            </a:lvl1pPr>
            <a:lvl2pPr marL="0" indent="283510" defTabSz="511893">
              <a:lnSpc>
                <a:spcPct val="100000"/>
              </a:lnSpc>
              <a:spcBef>
                <a:spcPts val="0"/>
              </a:spcBef>
              <a:buSzTx/>
              <a:buNone/>
              <a:defRPr sz="3411" b="1"/>
            </a:lvl2pPr>
            <a:lvl3pPr marL="0" indent="567019" defTabSz="511893">
              <a:lnSpc>
                <a:spcPct val="100000"/>
              </a:lnSpc>
              <a:spcBef>
                <a:spcPts val="0"/>
              </a:spcBef>
              <a:buSzTx/>
              <a:buNone/>
              <a:defRPr sz="3411" b="1"/>
            </a:lvl3pPr>
            <a:lvl4pPr marL="0" indent="850529" defTabSz="511893">
              <a:lnSpc>
                <a:spcPct val="100000"/>
              </a:lnSpc>
              <a:spcBef>
                <a:spcPts val="0"/>
              </a:spcBef>
              <a:buSzTx/>
              <a:buNone/>
              <a:defRPr sz="3411" b="1"/>
            </a:lvl4pPr>
            <a:lvl5pPr marL="0" indent="1134039" defTabSz="511893">
              <a:lnSpc>
                <a:spcPct val="100000"/>
              </a:lnSpc>
              <a:spcBef>
                <a:spcPts val="0"/>
              </a:spcBef>
              <a:buSzTx/>
              <a:buNone/>
              <a:defRPr sz="3411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02F3CD3D-30D8-C141-1BA6-AB104DB32088}"/>
              </a:ext>
            </a:extLst>
          </p:cNvPr>
          <p:cNvSpPr/>
          <p:nvPr userDrawn="1"/>
        </p:nvSpPr>
        <p:spPr>
          <a:xfrm>
            <a:off x="-1" y="0"/>
            <a:ext cx="15119351" cy="11015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31499" tIns="31499" rIns="31499" bIns="31499" anchor="ctr"/>
          <a:lstStyle/>
          <a:p>
            <a:pPr defTabSz="51189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984"/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5F31B82-AB8E-A0F5-C6E8-EAE4AB3841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36189" y="9091663"/>
            <a:ext cx="646973" cy="646965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B7F55AC-C97B-9787-86D5-98AB9201D4FE}"/>
              </a:ext>
            </a:extLst>
          </p:cNvPr>
          <p:cNvSpPr/>
          <p:nvPr userDrawn="1"/>
        </p:nvSpPr>
        <p:spPr>
          <a:xfrm>
            <a:off x="-2" y="119672"/>
            <a:ext cx="15108119" cy="10572141"/>
          </a:xfrm>
          <a:prstGeom prst="rect">
            <a:avLst/>
          </a:prstGeom>
          <a:solidFill>
            <a:srgbClr val="000000">
              <a:alpha val="65754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8" tIns="50808" rIns="50808" bIns="50808" numCol="1" spcCol="38100" rtlCol="0" anchor="ctr">
            <a:spAutoFit/>
          </a:bodyPr>
          <a:lstStyle/>
          <a:p>
            <a:pPr algn="ctr" defTabSz="825583" hangingPunct="0"/>
            <a:endParaRPr lang="en-AU" sz="3200">
              <a:solidFill>
                <a:srgbClr val="FFFFFF"/>
              </a:solidFill>
              <a:latin typeface="Helvetica Neue Medium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2FF525-7E03-AB3D-94E3-1D5EA9D93D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7" b="28737"/>
          <a:stretch/>
        </p:blipFill>
        <p:spPr>
          <a:xfrm>
            <a:off x="4693492" y="4462743"/>
            <a:ext cx="5743596" cy="186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55227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744894" y="9244928"/>
            <a:ext cx="13623166" cy="496534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511893">
              <a:lnSpc>
                <a:spcPct val="100000"/>
              </a:lnSpc>
              <a:spcBef>
                <a:spcPts val="0"/>
              </a:spcBef>
              <a:buSzTx/>
              <a:buNone/>
              <a:defRPr sz="2232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748090" y="2007242"/>
            <a:ext cx="13623167" cy="3623337"/>
          </a:xfrm>
          <a:prstGeom prst="rect">
            <a:avLst/>
          </a:prstGeom>
        </p:spPr>
        <p:txBody>
          <a:bodyPr anchor="b"/>
          <a:lstStyle>
            <a:lvl1pPr>
              <a:defRPr sz="7193" spc="-144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44895" y="5630577"/>
            <a:ext cx="13623165" cy="1484975"/>
          </a:xfrm>
          <a:prstGeom prst="rect">
            <a:avLst/>
          </a:prstGeom>
        </p:spPr>
        <p:txBody>
          <a:bodyPr/>
          <a:lstStyle>
            <a:lvl1pPr marL="0" indent="0" defTabSz="511893">
              <a:lnSpc>
                <a:spcPct val="100000"/>
              </a:lnSpc>
              <a:spcBef>
                <a:spcPts val="0"/>
              </a:spcBef>
              <a:buSzTx/>
              <a:buNone/>
              <a:defRPr sz="3411" b="1"/>
            </a:lvl1pPr>
            <a:lvl2pPr marL="0" indent="283510" defTabSz="511893">
              <a:lnSpc>
                <a:spcPct val="100000"/>
              </a:lnSpc>
              <a:spcBef>
                <a:spcPts val="0"/>
              </a:spcBef>
              <a:buSzTx/>
              <a:buNone/>
              <a:defRPr sz="3411" b="1"/>
            </a:lvl2pPr>
            <a:lvl3pPr marL="0" indent="567019" defTabSz="511893">
              <a:lnSpc>
                <a:spcPct val="100000"/>
              </a:lnSpc>
              <a:spcBef>
                <a:spcPts val="0"/>
              </a:spcBef>
              <a:buSzTx/>
              <a:buNone/>
              <a:defRPr sz="3411" b="1"/>
            </a:lvl3pPr>
            <a:lvl4pPr marL="0" indent="850529" defTabSz="511893">
              <a:lnSpc>
                <a:spcPct val="100000"/>
              </a:lnSpc>
              <a:spcBef>
                <a:spcPts val="0"/>
              </a:spcBef>
              <a:buSzTx/>
              <a:buNone/>
              <a:defRPr sz="3411" b="1"/>
            </a:lvl4pPr>
            <a:lvl5pPr marL="0" indent="1134039" defTabSz="511893">
              <a:lnSpc>
                <a:spcPct val="100000"/>
              </a:lnSpc>
              <a:spcBef>
                <a:spcPts val="0"/>
              </a:spcBef>
              <a:buSzTx/>
              <a:buNone/>
              <a:defRPr sz="3411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" name="Screen Shot 2021-08-10 at 10.29.19 am.png" descr="Screen Shot 2021-08-10 at 10.29.19 am.png">
            <a:extLst>
              <a:ext uri="{FF2B5EF4-FFF2-40B4-BE49-F238E27FC236}">
                <a16:creationId xmlns:a16="http://schemas.microsoft.com/office/drawing/2014/main" id="{16B86415-4F5F-EFA3-8F1A-07D59C3751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284" t="7090" r="11101" b="58234"/>
          <a:stretch/>
        </p:blipFill>
        <p:spPr>
          <a:xfrm>
            <a:off x="46741" y="110153"/>
            <a:ext cx="15072609" cy="1058166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 descr="A city with many tall buildings&#10;&#10;AI-generated content may be incorrect.">
            <a:extLst>
              <a:ext uri="{FF2B5EF4-FFF2-40B4-BE49-F238E27FC236}">
                <a16:creationId xmlns:a16="http://schemas.microsoft.com/office/drawing/2014/main" id="{C7D98A22-DC36-12A1-54F8-5D0994A4DD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09" r="2923"/>
          <a:stretch/>
        </p:blipFill>
        <p:spPr>
          <a:xfrm>
            <a:off x="-2" y="111413"/>
            <a:ext cx="15119350" cy="10580400"/>
          </a:xfrm>
          <a:prstGeom prst="rect">
            <a:avLst/>
          </a:prstGeom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2F3CD3D-30D8-C141-1BA6-AB104DB32088}"/>
              </a:ext>
            </a:extLst>
          </p:cNvPr>
          <p:cNvSpPr/>
          <p:nvPr userDrawn="1"/>
        </p:nvSpPr>
        <p:spPr>
          <a:xfrm>
            <a:off x="-1" y="0"/>
            <a:ext cx="15119351" cy="11015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31499" tIns="31499" rIns="31499" bIns="31499" anchor="ctr"/>
          <a:lstStyle/>
          <a:p>
            <a:pPr defTabSz="51189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984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998D31-E06E-D21D-31C8-EB25348F33F9}"/>
              </a:ext>
            </a:extLst>
          </p:cNvPr>
          <p:cNvSpPr/>
          <p:nvPr userDrawn="1"/>
        </p:nvSpPr>
        <p:spPr>
          <a:xfrm>
            <a:off x="1" y="110153"/>
            <a:ext cx="15119350" cy="10584000"/>
          </a:xfrm>
          <a:prstGeom prst="rect">
            <a:avLst/>
          </a:prstGeom>
          <a:solidFill>
            <a:schemeClr val="bg2">
              <a:lumMod val="10000"/>
              <a:alpha val="69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2FF525-7E03-AB3D-94E3-1D5EA9D93D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7" b="28737"/>
          <a:stretch/>
        </p:blipFill>
        <p:spPr>
          <a:xfrm>
            <a:off x="5981763" y="8878031"/>
            <a:ext cx="3155824" cy="102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92481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47D4B-D9BD-AB4A-91D8-31B98F4B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76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hf sldNum="0" hdr="0" ftr="0" dt="0"/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urnerwmorris.github.io/189-Kent_Customisation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ulti-family platform presentation…">
            <a:extLst>
              <a:ext uri="{FF2B5EF4-FFF2-40B4-BE49-F238E27FC236}">
                <a16:creationId xmlns:a16="http://schemas.microsoft.com/office/drawing/2014/main" id="{5B3D05ED-4F12-7067-B2FD-B5DC666F7C1D}"/>
              </a:ext>
            </a:extLst>
          </p:cNvPr>
          <p:cNvSpPr txBox="1"/>
          <p:nvPr/>
        </p:nvSpPr>
        <p:spPr>
          <a:xfrm>
            <a:off x="4307370" y="6616587"/>
            <a:ext cx="6466250" cy="1694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31504" tIns="31504" rIns="31504" bIns="31504" anchor="ctr">
            <a:spAutoFit/>
          </a:bodyPr>
          <a:lstStyle/>
          <a:p>
            <a:pPr algn="ctr">
              <a:defRPr sz="3000">
                <a:solidFill>
                  <a:srgbClr val="000000"/>
                </a:solidFill>
                <a:latin typeface="ATSackersCornwell Heavy"/>
                <a:ea typeface="ATSackersCornwell Heavy"/>
                <a:cs typeface="ATSackersCornwell Heavy"/>
                <a:sym typeface="ATSackersCornwell Heavy"/>
              </a:defRPr>
            </a:pPr>
            <a:r>
              <a:rPr lang="en-US" sz="3200" dirty="0">
                <a:solidFill>
                  <a:schemeClr val="bg1"/>
                </a:solidFill>
                <a:latin typeface="ATSackersCornwell Heavy"/>
              </a:rPr>
              <a:t>189 KENT STREET SYDNEY</a:t>
            </a:r>
          </a:p>
          <a:p>
            <a:pPr algn="ctr">
              <a:defRPr sz="3000">
                <a:solidFill>
                  <a:srgbClr val="000000"/>
                </a:solidFill>
                <a:latin typeface="ATSackersCornwell Heavy"/>
                <a:ea typeface="ATSackersCornwell Heavy"/>
                <a:cs typeface="ATSackersCornwell Heavy"/>
                <a:sym typeface="ATSackersCornwell Heavy"/>
              </a:defRPr>
            </a:pPr>
            <a:endParaRPr lang="en-US" sz="1850" dirty="0">
              <a:solidFill>
                <a:schemeClr val="bg1"/>
              </a:solidFill>
              <a:latin typeface="ATSackersCornwell Heavy"/>
            </a:endParaRPr>
          </a:p>
          <a:p>
            <a:pPr algn="ctr">
              <a:defRPr sz="3000">
                <a:solidFill>
                  <a:srgbClr val="000000"/>
                </a:solidFill>
                <a:latin typeface="ATSackersCornwell Heavy"/>
                <a:ea typeface="ATSackersCornwell Heavy"/>
                <a:cs typeface="ATSackersCornwell Heavy"/>
                <a:sym typeface="ATSackersCornwell Heavy"/>
              </a:defRPr>
            </a:pPr>
            <a:r>
              <a:rPr lang="en-US" sz="1850" b="1" dirty="0">
                <a:solidFill>
                  <a:schemeClr val="bg1"/>
                </a:solidFill>
                <a:latin typeface="ATSackersCornwell Heavy"/>
              </a:rPr>
              <a:t>CUSTOMISATIONS TRACKER</a:t>
            </a:r>
          </a:p>
          <a:p>
            <a:pPr algn="ctr">
              <a:defRPr sz="3000">
                <a:solidFill>
                  <a:srgbClr val="000000"/>
                </a:solidFill>
                <a:latin typeface="ATSackersCornwell Heavy"/>
                <a:ea typeface="ATSackersCornwell Heavy"/>
                <a:cs typeface="ATSackersCornwell Heavy"/>
                <a:sym typeface="ATSackersCornwell Heavy"/>
              </a:defRPr>
            </a:pPr>
            <a:endParaRPr lang="en-US" sz="1850" dirty="0">
              <a:solidFill>
                <a:schemeClr val="bg1"/>
              </a:solidFill>
              <a:latin typeface="ATSackersCornwell Heavy"/>
            </a:endParaRPr>
          </a:p>
          <a:p>
            <a:pPr algn="ctr">
              <a:defRPr sz="3000">
                <a:solidFill>
                  <a:srgbClr val="000000"/>
                </a:solidFill>
                <a:latin typeface="ATSackersCornwell Heavy"/>
                <a:ea typeface="ATSackersCornwell Heavy"/>
                <a:cs typeface="ATSackersCornwell Heavy"/>
                <a:sym typeface="ATSackersCornwell Heavy"/>
              </a:defRPr>
            </a:pPr>
            <a:r>
              <a:rPr lang="en-US" sz="1850" dirty="0">
                <a:solidFill>
                  <a:schemeClr val="bg1"/>
                </a:solidFill>
                <a:latin typeface="ATSackersCornwell Heavy"/>
              </a:rPr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44371765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1C9FB-6C5C-AE06-AFE6-123F84EE7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70EBCD-9C90-CBE8-C728-2CBE261D6EB0}"/>
              </a:ext>
            </a:extLst>
          </p:cNvPr>
          <p:cNvSpPr txBox="1"/>
          <p:nvPr/>
        </p:nvSpPr>
        <p:spPr>
          <a:xfrm>
            <a:off x="265656" y="286396"/>
            <a:ext cx="11772158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000" dirty="0">
                <a:latin typeface="ATSackersCornwell Med" pitchFamily="50" charset="0"/>
              </a:rPr>
              <a:t>Landing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0ABE4A-0B86-3DD4-B49C-E45A26696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10130"/>
            <a:ext cx="15119350" cy="547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5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D0BA4-C450-CA3E-AE5D-76CB93CE2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C8DECD-57F2-5658-B2D3-ABDAFEED8E88}"/>
              </a:ext>
            </a:extLst>
          </p:cNvPr>
          <p:cNvSpPr txBox="1"/>
          <p:nvPr/>
        </p:nvSpPr>
        <p:spPr>
          <a:xfrm>
            <a:off x="265656" y="286396"/>
            <a:ext cx="11772158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000" dirty="0">
                <a:latin typeface="ATSackersCornwell Med" pitchFamily="50" charset="0"/>
              </a:rPr>
              <a:t>UNITS AND ACTIONS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2B787A-5E1F-B849-EF00-6408FCEC5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44" y="1566972"/>
            <a:ext cx="13793273" cy="807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72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CE143-12D8-5F95-C426-9A096E4AC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71DB18-92C5-52B8-49FF-54C6B483CA0A}"/>
              </a:ext>
            </a:extLst>
          </p:cNvPr>
          <p:cNvSpPr txBox="1"/>
          <p:nvPr/>
        </p:nvSpPr>
        <p:spPr>
          <a:xfrm>
            <a:off x="265656" y="286396"/>
            <a:ext cx="11772158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000" dirty="0">
                <a:latin typeface="ATSackersCornwell Med" pitchFamily="50" charset="0"/>
              </a:rPr>
              <a:t>GANTT CHART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F1C3E-7040-EB04-2A83-36A6C0739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5" y="1661317"/>
            <a:ext cx="14540220" cy="736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94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8C19A-E30F-EC0B-971C-9A2856A76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E2AB98-9AD9-22DD-741F-C63EC9F20875}"/>
              </a:ext>
            </a:extLst>
          </p:cNvPr>
          <p:cNvSpPr txBox="1"/>
          <p:nvPr/>
        </p:nvSpPr>
        <p:spPr>
          <a:xfrm>
            <a:off x="265656" y="286396"/>
            <a:ext cx="11772158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000" dirty="0">
                <a:latin typeface="ATSackersCornwell Med" pitchFamily="50" charset="0"/>
              </a:rPr>
              <a:t>PHASES AND MILESTONES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8D216F-AD64-222A-2EEB-0B92E3411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0956"/>
            <a:ext cx="15119350" cy="618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21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D53FC-D235-E16C-F4B1-0EA8BA1A6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528636-DA25-8B91-DDA8-547CED96D935}"/>
              </a:ext>
            </a:extLst>
          </p:cNvPr>
          <p:cNvSpPr txBox="1"/>
          <p:nvPr/>
        </p:nvSpPr>
        <p:spPr>
          <a:xfrm>
            <a:off x="265656" y="286396"/>
            <a:ext cx="11772158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000" dirty="0">
                <a:latin typeface="ATSackersCornwell Med" pitchFamily="50" charset="0"/>
              </a:rPr>
              <a:t>DASHBOARD LINK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66BED1-30A4-606A-66D7-D617908D73BC}"/>
              </a:ext>
            </a:extLst>
          </p:cNvPr>
          <p:cNvSpPr txBox="1"/>
          <p:nvPr/>
        </p:nvSpPr>
        <p:spPr>
          <a:xfrm>
            <a:off x="1134340" y="2718443"/>
            <a:ext cx="75749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u="sng" dirty="0"/>
              <a:t>LIVE DASHBOARD LINK </a:t>
            </a:r>
            <a:r>
              <a:rPr lang="en-AU" dirty="0"/>
              <a:t>– PASSWORD: Kent189</a:t>
            </a:r>
          </a:p>
          <a:p>
            <a:endParaRPr lang="en-AU" dirty="0"/>
          </a:p>
          <a:p>
            <a:r>
              <a:rPr lang="en-AU" b="1" u="sng" dirty="0">
                <a:hlinkClick r:id="rId3" tooltip="https://gurnerwmorris.github.io/189-Kent_Customisations/"/>
              </a:rPr>
              <a:t>https://gurnerwmorris.github.io/189-Kent_Customisations/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7499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C529280636BB4BB3E85F0136B357C0" ma:contentTypeVersion="16" ma:contentTypeDescription="Create a new document." ma:contentTypeScope="" ma:versionID="0e770fca18027d288c5355f4faeb7050">
  <xsd:schema xmlns:xsd="http://www.w3.org/2001/XMLSchema" xmlns:xs="http://www.w3.org/2001/XMLSchema" xmlns:p="http://schemas.microsoft.com/office/2006/metadata/properties" xmlns:ns2="d60970bc-fcfd-4a62-b203-a7774ec05f36" xmlns:ns3="96340b90-bc16-42e8-ab9a-9c306c088e69" targetNamespace="http://schemas.microsoft.com/office/2006/metadata/properties" ma:root="true" ma:fieldsID="c9a1c8520d31603f5d058101b808ea3d" ns2:_="" ns3:_="">
    <xsd:import namespace="d60970bc-fcfd-4a62-b203-a7774ec05f36"/>
    <xsd:import namespace="96340b90-bc16-42e8-ab9a-9c306c088e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0970bc-fcfd-4a62-b203-a7774ec05f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20f7d1b-0912-44ee-b13f-5df0a9e9ec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340b90-bc16-42e8-ab9a-9c306c088e6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7f50c53-4344-4e9f-a216-5f83dffe739f}" ma:internalName="TaxCatchAll" ma:showField="CatchAllData" ma:web="96340b90-bc16-42e8-ab9a-9c306c088e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d60970bc-fcfd-4a62-b203-a7774ec05f36" xsi:nil="true"/>
    <SharedWithUsers xmlns="96340b90-bc16-42e8-ab9a-9c306c088e69">
      <UserInfo>
        <DisplayName>Jaime Cali</DisplayName>
        <AccountId>12</AccountId>
        <AccountType/>
      </UserInfo>
      <UserInfo>
        <DisplayName>Rachael Harkins</DisplayName>
        <AccountId>42</AccountId>
        <AccountType/>
      </UserInfo>
      <UserInfo>
        <DisplayName>Jesse Yu</DisplayName>
        <AccountId>41</AccountId>
        <AccountType/>
      </UserInfo>
      <UserInfo>
        <DisplayName>Rajan Dhingra</DisplayName>
        <AccountId>16</AccountId>
        <AccountType/>
      </UserInfo>
      <UserInfo>
        <DisplayName>Robert Clarke</DisplayName>
        <AccountId>9</AccountId>
        <AccountType/>
      </UserInfo>
      <UserInfo>
        <DisplayName>Matthew Cox</DisplayName>
        <AccountId>412</AccountId>
        <AccountType/>
      </UserInfo>
      <UserInfo>
        <DisplayName>Anthony Neos</DisplayName>
        <AccountId>895</AccountId>
        <AccountType/>
      </UserInfo>
      <UserInfo>
        <DisplayName>Scott Carver</DisplayName>
        <AccountId>18</AccountId>
        <AccountType/>
      </UserInfo>
    </SharedWithUsers>
    <TaxCatchAll xmlns="96340b90-bc16-42e8-ab9a-9c306c088e69" xsi:nil="true"/>
    <lcf76f155ced4ddcb4097134ff3c332f xmlns="d60970bc-fcfd-4a62-b203-a7774ec05f3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8CCEC2D-2B82-460C-BBAE-CCCA0E32D8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474CB0-7AF7-48B3-A435-F1AD8258BD4E}">
  <ds:schemaRefs>
    <ds:schemaRef ds:uri="96340b90-bc16-42e8-ab9a-9c306c088e69"/>
    <ds:schemaRef ds:uri="d60970bc-fcfd-4a62-b203-a7774ec05f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86F6A88-0FDB-45D4-AC25-DD8842204E7E}">
  <ds:schemaRefs>
    <ds:schemaRef ds:uri="96340b90-bc16-42e8-ab9a-9c306c088e69"/>
    <ds:schemaRef ds:uri="d60970bc-fcfd-4a62-b203-a7774ec05f3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41</TotalTime>
  <Words>45</Words>
  <Application>Microsoft Office PowerPoint</Application>
  <PresentationFormat>Custom</PresentationFormat>
  <Paragraphs>18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ATSackersCornwell Heavy</vt:lpstr>
      <vt:lpstr>ATSackersCornwell Med</vt:lpstr>
      <vt:lpstr>Calibri</vt:lpstr>
      <vt:lpstr>Calibri Light</vt:lpstr>
      <vt:lpstr>Helvetica Neue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Rylie Fitzgerald</dc:creator>
  <cp:lastModifiedBy>William Morris</cp:lastModifiedBy>
  <cp:revision>1</cp:revision>
  <cp:lastPrinted>2025-11-12T02:49:40Z</cp:lastPrinted>
  <dcterms:created xsi:type="dcterms:W3CDTF">2019-09-24T23:09:09Z</dcterms:created>
  <dcterms:modified xsi:type="dcterms:W3CDTF">2026-03-13T01:08:37Z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0x0101005CC529280636BB4BB3E85F0136B357C0</vt:lpwstr>
  </property>
</Properties>
</file>